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P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P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9EBD-8801-4924-A011-A57B029F503A}" type="datetimeFigureOut">
              <a:rPr lang="es-PY" smtClean="0"/>
              <a:t>9/4/2026</a:t>
            </a:fld>
            <a:endParaRPr lang="es-P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95CE-DB40-4BF3-AC5E-74FA642BCBD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331915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9EBD-8801-4924-A011-A57B029F503A}" type="datetimeFigureOut">
              <a:rPr lang="es-PY" smtClean="0"/>
              <a:t>9/4/2026</a:t>
            </a:fld>
            <a:endParaRPr lang="es-P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95CE-DB40-4BF3-AC5E-74FA642BCBD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739346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9EBD-8801-4924-A011-A57B029F503A}" type="datetimeFigureOut">
              <a:rPr lang="es-PY" smtClean="0"/>
              <a:t>9/4/2026</a:t>
            </a:fld>
            <a:endParaRPr lang="es-P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95CE-DB40-4BF3-AC5E-74FA642BCBD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02197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9EBD-8801-4924-A011-A57B029F503A}" type="datetimeFigureOut">
              <a:rPr lang="es-PY" smtClean="0"/>
              <a:t>9/4/2026</a:t>
            </a:fld>
            <a:endParaRPr lang="es-PY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95CE-DB40-4BF3-AC5E-74FA642BCBD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208917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9EBD-8801-4924-A011-A57B029F503A}" type="datetimeFigureOut">
              <a:rPr lang="es-PY" smtClean="0"/>
              <a:t>9/4/2026</a:t>
            </a:fld>
            <a:endParaRPr lang="es-PY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95CE-DB40-4BF3-AC5E-74FA642BCBD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99029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9EBD-8801-4924-A011-A57B029F503A}" type="datetimeFigureOut">
              <a:rPr lang="es-PY" smtClean="0"/>
              <a:t>9/4/2026</a:t>
            </a:fld>
            <a:endParaRPr lang="es-PY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95CE-DB40-4BF3-AC5E-74FA642BCBD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566694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9EBD-8801-4924-A011-A57B029F503A}" type="datetimeFigureOut">
              <a:rPr lang="es-PY" smtClean="0"/>
              <a:t>9/4/2026</a:t>
            </a:fld>
            <a:endParaRPr lang="es-PY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95CE-DB40-4BF3-AC5E-74FA642BCBD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513204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9EBD-8801-4924-A011-A57B029F503A}" type="datetimeFigureOut">
              <a:rPr lang="es-PY" smtClean="0"/>
              <a:t>9/4/2026</a:t>
            </a:fld>
            <a:endParaRPr lang="es-PY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95CE-DB40-4BF3-AC5E-74FA642BCBD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417217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Y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9EBD-8801-4924-A011-A57B029F503A}" type="datetimeFigureOut">
              <a:rPr lang="es-PY" smtClean="0"/>
              <a:t>9/4/2026</a:t>
            </a:fld>
            <a:endParaRPr lang="es-PY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95CE-DB40-4BF3-AC5E-74FA642BCBD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938131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9EBD-8801-4924-A011-A57B029F503A}" type="datetimeFigureOut">
              <a:rPr lang="es-PY" smtClean="0"/>
              <a:t>9/4/2026</a:t>
            </a:fld>
            <a:endParaRPr lang="es-P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95CE-DB40-4BF3-AC5E-74FA642BCBD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2742923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9EBD-8801-4924-A011-A57B029F503A}" type="datetimeFigureOut">
              <a:rPr lang="es-PY" smtClean="0"/>
              <a:t>9/4/2026</a:t>
            </a:fld>
            <a:endParaRPr lang="es-P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95CE-DB40-4BF3-AC5E-74FA642BCBD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35569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Y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Y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F9EBD-8801-4924-A011-A57B029F503A}" type="datetimeFigureOut">
              <a:rPr lang="es-PY" smtClean="0"/>
              <a:t>9/4/2026</a:t>
            </a:fld>
            <a:endParaRPr lang="es-PY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Y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995CE-DB40-4BF3-AC5E-74FA642BCBD0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2215553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/>
          <p:cNvSpPr/>
          <p:nvPr/>
        </p:nvSpPr>
        <p:spPr>
          <a:xfrm>
            <a:off x="193182" y="128788"/>
            <a:ext cx="5112913" cy="1056068"/>
          </a:xfrm>
          <a:prstGeom prst="round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 smtClean="0"/>
              <a:t>Oferta </a:t>
            </a:r>
            <a:r>
              <a:rPr lang="es-ES" b="1" dirty="0" err="1" smtClean="0"/>
              <a:t>Fast</a:t>
            </a:r>
            <a:r>
              <a:rPr lang="es-ES" b="1" dirty="0" smtClean="0"/>
              <a:t> </a:t>
            </a:r>
            <a:r>
              <a:rPr lang="es-ES" b="1" dirty="0" err="1" smtClean="0"/>
              <a:t>Food</a:t>
            </a:r>
            <a:endParaRPr lang="es-E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Periodicidad: Jueves y viernes;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Beneficio: 25% con </a:t>
            </a:r>
            <a:r>
              <a:rPr lang="es-ES" dirty="0" err="1" smtClean="0"/>
              <a:t>platinum</a:t>
            </a:r>
            <a:r>
              <a:rPr lang="es-ES" dirty="0" smtClean="0"/>
              <a:t> | 20 Oro y clásica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916" y="1640375"/>
            <a:ext cx="3881994" cy="2623940"/>
          </a:xfrm>
          <a:prstGeom prst="rect">
            <a:avLst/>
          </a:prstGeom>
        </p:spPr>
      </p:pic>
      <p:sp>
        <p:nvSpPr>
          <p:cNvPr id="6" name="Rectángulo redondeado 5"/>
          <p:cNvSpPr/>
          <p:nvPr/>
        </p:nvSpPr>
        <p:spPr>
          <a:xfrm>
            <a:off x="4430331" y="4544026"/>
            <a:ext cx="2266682" cy="476518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Saliente: 30x20cm </a:t>
            </a:r>
            <a:endParaRPr lang="es-PY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187" y="1503739"/>
            <a:ext cx="3055381" cy="3996686"/>
          </a:xfrm>
          <a:prstGeom prst="rect">
            <a:avLst/>
          </a:prstGeom>
        </p:spPr>
      </p:pic>
      <p:sp>
        <p:nvSpPr>
          <p:cNvPr id="8" name="Rectángulo redondeado 7"/>
          <p:cNvSpPr/>
          <p:nvPr/>
        </p:nvSpPr>
        <p:spPr>
          <a:xfrm>
            <a:off x="946536" y="5819308"/>
            <a:ext cx="2266682" cy="476518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Tablentent: A4 </a:t>
            </a:r>
            <a:endParaRPr lang="es-PY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252" y="1924937"/>
            <a:ext cx="1955156" cy="2339378"/>
          </a:xfrm>
          <a:prstGeom prst="rect">
            <a:avLst/>
          </a:prstGeom>
        </p:spPr>
      </p:pic>
      <p:sp>
        <p:nvSpPr>
          <p:cNvPr id="10" name="Rectángulo redondeado 9"/>
          <p:cNvSpPr/>
          <p:nvPr/>
        </p:nvSpPr>
        <p:spPr>
          <a:xfrm>
            <a:off x="8219489" y="4544026"/>
            <a:ext cx="2266682" cy="476518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Tablentent carpita</a:t>
            </a:r>
            <a:endParaRPr lang="es-PY" dirty="0"/>
          </a:p>
        </p:txBody>
      </p:sp>
      <p:sp>
        <p:nvSpPr>
          <p:cNvPr id="11" name="Rectángulo redondeado 10"/>
          <p:cNvSpPr/>
          <p:nvPr/>
        </p:nvSpPr>
        <p:spPr>
          <a:xfrm>
            <a:off x="8375252" y="6162033"/>
            <a:ext cx="3432282" cy="520159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Material tipo “B”</a:t>
            </a:r>
            <a:endParaRPr lang="es-PY" dirty="0"/>
          </a:p>
        </p:txBody>
      </p:sp>
    </p:spTree>
    <p:extLst>
      <p:ext uri="{BB962C8B-B14F-4D97-AF65-F5344CB8AC3E}">
        <p14:creationId xmlns:p14="http://schemas.microsoft.com/office/powerpoint/2010/main" val="3138157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/>
          <p:cNvSpPr/>
          <p:nvPr/>
        </p:nvSpPr>
        <p:spPr>
          <a:xfrm>
            <a:off x="193182" y="128788"/>
            <a:ext cx="5112913" cy="1056068"/>
          </a:xfrm>
          <a:prstGeom prst="round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 smtClean="0"/>
              <a:t>Oferta Restaurantes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Periodicidad: Sábado y Domingo;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Beneficio: 25% con </a:t>
            </a:r>
            <a:r>
              <a:rPr lang="es-ES" dirty="0" err="1" smtClean="0"/>
              <a:t>platinum</a:t>
            </a:r>
            <a:r>
              <a:rPr lang="es-ES" dirty="0" smtClean="0"/>
              <a:t> | 20 Oro y clásica</a:t>
            </a:r>
          </a:p>
        </p:txBody>
      </p:sp>
      <p:sp>
        <p:nvSpPr>
          <p:cNvPr id="6" name="Rectángulo redondeado 5"/>
          <p:cNvSpPr/>
          <p:nvPr/>
        </p:nvSpPr>
        <p:spPr>
          <a:xfrm>
            <a:off x="7804436" y="2737580"/>
            <a:ext cx="2266682" cy="476518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Calco: 60x40cm </a:t>
            </a:r>
            <a:endParaRPr lang="es-PY" dirty="0"/>
          </a:p>
        </p:txBody>
      </p:sp>
      <p:sp>
        <p:nvSpPr>
          <p:cNvPr id="8" name="Rectángulo redondeado 7"/>
          <p:cNvSpPr/>
          <p:nvPr/>
        </p:nvSpPr>
        <p:spPr>
          <a:xfrm>
            <a:off x="933657" y="5342790"/>
            <a:ext cx="2266682" cy="476518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Tablentent: A4 </a:t>
            </a:r>
            <a:endParaRPr lang="es-PY" dirty="0"/>
          </a:p>
        </p:txBody>
      </p:sp>
      <p:sp>
        <p:nvSpPr>
          <p:cNvPr id="10" name="Rectángulo redondeado 9"/>
          <p:cNvSpPr/>
          <p:nvPr/>
        </p:nvSpPr>
        <p:spPr>
          <a:xfrm>
            <a:off x="3969461" y="5383407"/>
            <a:ext cx="2266682" cy="476518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Tablentent carpita</a:t>
            </a:r>
            <a:endParaRPr lang="es-PY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928" y="87597"/>
            <a:ext cx="3466738" cy="235009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555" y="3483172"/>
            <a:ext cx="3419484" cy="2305321"/>
          </a:xfrm>
          <a:prstGeom prst="rect">
            <a:avLst/>
          </a:prstGeom>
        </p:spPr>
      </p:pic>
      <p:sp>
        <p:nvSpPr>
          <p:cNvPr id="11" name="Rectángulo redondeado 10"/>
          <p:cNvSpPr/>
          <p:nvPr/>
        </p:nvSpPr>
        <p:spPr>
          <a:xfrm>
            <a:off x="7810956" y="6057567"/>
            <a:ext cx="2266682" cy="476518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Saliente: 30x20cm </a:t>
            </a:r>
            <a:endParaRPr lang="es-PY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553" y="1671698"/>
            <a:ext cx="2386442" cy="3301043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973" y="1975197"/>
            <a:ext cx="2478949" cy="3015950"/>
          </a:xfrm>
          <a:prstGeom prst="rect">
            <a:avLst/>
          </a:prstGeom>
        </p:spPr>
      </p:pic>
      <p:sp>
        <p:nvSpPr>
          <p:cNvPr id="14" name="Rectángulo redondeado 13"/>
          <p:cNvSpPr/>
          <p:nvPr/>
        </p:nvSpPr>
        <p:spPr>
          <a:xfrm>
            <a:off x="933657" y="6252185"/>
            <a:ext cx="3432282" cy="520159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Material tipo “B”</a:t>
            </a:r>
            <a:endParaRPr lang="es-PY" dirty="0"/>
          </a:p>
        </p:txBody>
      </p:sp>
    </p:spTree>
    <p:extLst>
      <p:ext uri="{BB962C8B-B14F-4D97-AF65-F5344CB8AC3E}">
        <p14:creationId xmlns:p14="http://schemas.microsoft.com/office/powerpoint/2010/main" val="4079466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redondeado 3"/>
          <p:cNvSpPr/>
          <p:nvPr/>
        </p:nvSpPr>
        <p:spPr>
          <a:xfrm>
            <a:off x="193182" y="128788"/>
            <a:ext cx="5112913" cy="1056068"/>
          </a:xfrm>
          <a:prstGeom prst="round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b="1" dirty="0" smtClean="0"/>
              <a:t>Oferta Restaurantes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Periodicidad: Sábado y Domingo;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Beneficio: 25% con </a:t>
            </a:r>
            <a:r>
              <a:rPr lang="es-ES" dirty="0" err="1" smtClean="0"/>
              <a:t>platinum</a:t>
            </a:r>
            <a:r>
              <a:rPr lang="es-ES" dirty="0" smtClean="0"/>
              <a:t> | 20 Oro y clásica</a:t>
            </a:r>
          </a:p>
        </p:txBody>
      </p:sp>
      <p:sp>
        <p:nvSpPr>
          <p:cNvPr id="8" name="Rectángulo redondeado 7"/>
          <p:cNvSpPr/>
          <p:nvPr/>
        </p:nvSpPr>
        <p:spPr>
          <a:xfrm>
            <a:off x="933657" y="5342790"/>
            <a:ext cx="2266682" cy="476518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Tablentent de mesa: 11x15cm </a:t>
            </a:r>
            <a:endParaRPr lang="es-PY" dirty="0"/>
          </a:p>
        </p:txBody>
      </p:sp>
      <p:sp>
        <p:nvSpPr>
          <p:cNvPr id="14" name="Rectángulo redondeado 13"/>
          <p:cNvSpPr/>
          <p:nvPr/>
        </p:nvSpPr>
        <p:spPr>
          <a:xfrm>
            <a:off x="933657" y="6252185"/>
            <a:ext cx="3432282" cy="520159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Material tipo “A”</a:t>
            </a:r>
            <a:endParaRPr lang="es-PY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57" y="1991799"/>
            <a:ext cx="2145672" cy="291811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341" y="1859252"/>
            <a:ext cx="2401371" cy="3330934"/>
          </a:xfrm>
          <a:prstGeom prst="rect">
            <a:avLst/>
          </a:prstGeom>
        </p:spPr>
      </p:pic>
      <p:sp>
        <p:nvSpPr>
          <p:cNvPr id="15" name="Rectángulo redondeado 14"/>
          <p:cNvSpPr/>
          <p:nvPr/>
        </p:nvSpPr>
        <p:spPr>
          <a:xfrm>
            <a:off x="4435090" y="5342790"/>
            <a:ext cx="2403591" cy="521792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Tablentent mostrador: 18x25cm </a:t>
            </a:r>
            <a:endParaRPr lang="es-PY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923" y="2464148"/>
            <a:ext cx="4034620" cy="2445765"/>
          </a:xfrm>
          <a:prstGeom prst="rect">
            <a:avLst/>
          </a:prstGeom>
        </p:spPr>
      </p:pic>
      <p:sp>
        <p:nvSpPr>
          <p:cNvPr id="17" name="Rectángulo 16"/>
          <p:cNvSpPr/>
          <p:nvPr/>
        </p:nvSpPr>
        <p:spPr>
          <a:xfrm>
            <a:off x="8577330" y="1859252"/>
            <a:ext cx="1918952" cy="510461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Referencia</a:t>
            </a:r>
            <a:endParaRPr lang="es-PY" dirty="0"/>
          </a:p>
        </p:txBody>
      </p:sp>
    </p:spTree>
    <p:extLst>
      <p:ext uri="{BB962C8B-B14F-4D97-AF65-F5344CB8AC3E}">
        <p14:creationId xmlns:p14="http://schemas.microsoft.com/office/powerpoint/2010/main" val="237230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redondeado 7"/>
          <p:cNvSpPr/>
          <p:nvPr/>
        </p:nvSpPr>
        <p:spPr>
          <a:xfrm>
            <a:off x="933657" y="5342790"/>
            <a:ext cx="2266682" cy="476518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Tablentent de mesa: 11x15cm </a:t>
            </a:r>
            <a:endParaRPr lang="es-PY" dirty="0"/>
          </a:p>
        </p:txBody>
      </p:sp>
      <p:sp>
        <p:nvSpPr>
          <p:cNvPr id="14" name="Rectángulo redondeado 13"/>
          <p:cNvSpPr/>
          <p:nvPr/>
        </p:nvSpPr>
        <p:spPr>
          <a:xfrm>
            <a:off x="933657" y="6252185"/>
            <a:ext cx="3432282" cy="520159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Material tipo “A”</a:t>
            </a:r>
            <a:endParaRPr lang="es-PY" dirty="0"/>
          </a:p>
        </p:txBody>
      </p:sp>
      <p:sp>
        <p:nvSpPr>
          <p:cNvPr id="15" name="Rectángulo redondeado 14"/>
          <p:cNvSpPr/>
          <p:nvPr/>
        </p:nvSpPr>
        <p:spPr>
          <a:xfrm>
            <a:off x="4435090" y="5342790"/>
            <a:ext cx="2403591" cy="521792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Tablentent mostrador: 18x25cm </a:t>
            </a:r>
            <a:endParaRPr lang="es-PY" dirty="0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923" y="2464148"/>
            <a:ext cx="4034620" cy="2445765"/>
          </a:xfrm>
          <a:prstGeom prst="rect">
            <a:avLst/>
          </a:prstGeom>
        </p:spPr>
      </p:pic>
      <p:sp>
        <p:nvSpPr>
          <p:cNvPr id="17" name="Rectángulo 16"/>
          <p:cNvSpPr/>
          <p:nvPr/>
        </p:nvSpPr>
        <p:spPr>
          <a:xfrm>
            <a:off x="8577330" y="1859252"/>
            <a:ext cx="1918952" cy="510461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Referencia</a:t>
            </a:r>
            <a:endParaRPr lang="es-PY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97" y="359101"/>
            <a:ext cx="5121084" cy="1091279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57" y="2024954"/>
            <a:ext cx="1949170" cy="2673862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300" y="2011171"/>
            <a:ext cx="1949170" cy="2673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410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432" y="380355"/>
            <a:ext cx="9420732" cy="577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67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27" y="502273"/>
            <a:ext cx="5666481" cy="385078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660" y="1319102"/>
            <a:ext cx="5295444" cy="342818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273" y="5211617"/>
            <a:ext cx="4420217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185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150" y="1996313"/>
            <a:ext cx="6716062" cy="1629002"/>
          </a:xfrm>
          <a:prstGeom prst="rect">
            <a:avLst/>
          </a:prstGeom>
        </p:spPr>
      </p:pic>
      <p:sp>
        <p:nvSpPr>
          <p:cNvPr id="6" name="Rectángulo redondeado 5"/>
          <p:cNvSpPr/>
          <p:nvPr/>
        </p:nvSpPr>
        <p:spPr>
          <a:xfrm>
            <a:off x="2910625" y="734096"/>
            <a:ext cx="6027313" cy="1004552"/>
          </a:xfrm>
          <a:prstGeom prst="round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Para estos 3 aliados: solo le enviamos tablentent A4 - tipo “B” </a:t>
            </a:r>
            <a:endParaRPr lang="es-PY" dirty="0"/>
          </a:p>
        </p:txBody>
      </p:sp>
    </p:spTree>
    <p:extLst>
      <p:ext uri="{BB962C8B-B14F-4D97-AF65-F5344CB8AC3E}">
        <p14:creationId xmlns:p14="http://schemas.microsoft.com/office/powerpoint/2010/main" val="24655657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132</Words>
  <Application>Microsoft Office PowerPoint</Application>
  <PresentationFormat>Panorámica</PresentationFormat>
  <Paragraphs>27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Karen Letizia Rodriguez Prieto</dc:creator>
  <cp:lastModifiedBy>Karen Letizia Rodriguez Prieto</cp:lastModifiedBy>
  <cp:revision>3</cp:revision>
  <dcterms:created xsi:type="dcterms:W3CDTF">2026-04-09T16:51:34Z</dcterms:created>
  <dcterms:modified xsi:type="dcterms:W3CDTF">2026-04-09T17:10:30Z</dcterms:modified>
</cp:coreProperties>
</file>